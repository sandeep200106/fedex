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Pipeline Builder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B8C4D6"/>
                </a:solidFill>
              </a:rPr>
              <a:t>Self-Service Pipeline Platform — Product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02B2B"/>
                </a:solidFill>
              </a:rPr>
              <a:t>PRODAPT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A96A8"/>
                </a:solidFill>
              </a:rPr>
              <a:t>Prepared for Director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1E3A"/>
                </a:solidFill>
              </a:rPr>
              <a:t>What is Pipeline Builder?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A6470"/>
                </a:solidFill>
              </a:rPr>
              <a:t>A guided, self-service platform for designing, validating and monitoring data pipelines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011680" cy="381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5A6470"/>
                </a:solidFill>
              </a:defRPr>
            </a:pPr>
            <a:r>
              <a:t>•  Replaces hand-written Airflow DAGs and manual connection JSON with a guided wizard</a:t>
            </a:r>
          </a:p>
          <a:p>
            <a:pPr>
              <a:spcAft>
                <a:spcPts val="800"/>
              </a:spcAft>
              <a:defRPr sz="1700">
                <a:solidFill>
                  <a:srgbClr val="5A6470"/>
                </a:solidFill>
              </a:defRPr>
            </a:pPr>
            <a:r>
              <a:t>•  Template-driven: 8 pipeline templates across PostgreSQL, MySQL, Oracle, SQL Server, S3, Kafka, REST API, BigQuery</a:t>
            </a:r>
          </a:p>
          <a:p>
            <a:pPr>
              <a:spcAft>
                <a:spcPts val="800"/>
              </a:spcAft>
              <a:defRPr sz="1700">
                <a:solidFill>
                  <a:srgbClr val="5A6470"/>
                </a:solidFill>
              </a:defRPr>
            </a:pPr>
            <a:r>
              <a:t>•  Reusable connections: configure a source/target once, reuse across pipelines</a:t>
            </a:r>
          </a:p>
          <a:p>
            <a:pPr>
              <a:spcAft>
                <a:spcPts val="800"/>
              </a:spcAft>
              <a:defRPr sz="1700">
                <a:solidFill>
                  <a:srgbClr val="5A6470"/>
                </a:solidFill>
              </a:defRPr>
            </a:pPr>
            <a:r>
              <a:t>•  Schema discovery &amp; drag-to-map column mapping</a:t>
            </a:r>
          </a:p>
          <a:p>
            <a:pPr>
              <a:spcAft>
                <a:spcPts val="800"/>
              </a:spcAft>
              <a:defRPr sz="1700">
                <a:solidFill>
                  <a:srgbClr val="5A6470"/>
                </a:solidFill>
              </a:defRPr>
            </a:pPr>
            <a:r>
              <a:t>•  Built-in Data Quality monitoring with AI-assisted failure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89360" y="2243140"/>
            <a:ext cx="5526400" cy="346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63140"/>
            <a:ext cx="54864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1E3A"/>
                </a:solidFill>
              </a:rPr>
              <a:t>Build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A6470"/>
                </a:solidFill>
              </a:rPr>
              <a:t>A 6-step guided wizard: Template → Source → Target → Mapping → Details →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011680" cy="381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03160" y="1717360"/>
            <a:ext cx="7355200" cy="4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build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1E3A"/>
                </a:solidFill>
              </a:rPr>
              <a:t>Job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A6470"/>
                </a:solidFill>
              </a:rPr>
              <a:t>Run status and logs reported back from Airflow through the Config API for every generated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011680" cy="381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03160" y="1717360"/>
            <a:ext cx="7355200" cy="4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job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1E3A"/>
                </a:solidFill>
              </a:rPr>
              <a:t>Data Quality — Improved Initial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A6470"/>
                </a:solidFill>
              </a:rPr>
              <a:t>Fix: the pipeline dropdown no longer auto-selects a pipeline on load, so no check results are shown until the user chooses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011680" cy="381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76312" y="1717360"/>
            <a:ext cx="7208895" cy="452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dq_before_sel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2" y="1737360"/>
            <a:ext cx="7168895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1E3A"/>
                </a:solidFill>
              </a:rPr>
              <a:t>Data Quality — After Selecting 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A6470"/>
                </a:solidFill>
              </a:rPr>
              <a:t>Once a pipeline is chosen from the dropdown, its checks, generated SQL, size trend and execution history appear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011680" cy="381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80443" y="1580200"/>
            <a:ext cx="3600632" cy="470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dq_after_sel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443" y="1600200"/>
            <a:ext cx="3560632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1E3A"/>
                </a:solidFill>
              </a:rPr>
              <a:t>Connections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A6470"/>
                </a:solidFill>
              </a:rPr>
              <a:t>Set connection details up once, then reuse them from any pipeline's Source or Target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011680" cy="381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03160" y="1717360"/>
            <a:ext cx="7355200" cy="4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_conn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73736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1E3A"/>
                </a:solidFill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2011680" cy="381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A6470"/>
                </a:solidFill>
              </a:defRPr>
            </a:pPr>
            <a:r>
              <a:t>•  Home, Build Pipeline, Job History, Data Quality and Connections cover the full pipeline lifecycle in one UI</a:t>
            </a:r>
          </a:p>
          <a:p>
            <a:pPr>
              <a:spcAft>
                <a:spcPts val="800"/>
              </a:spcAft>
              <a:defRPr sz="1800">
                <a:solidFill>
                  <a:srgbClr val="5A6470"/>
                </a:solidFill>
              </a:defRPr>
            </a:pPr>
            <a:r>
              <a:t>•  Recent improvement: Data Quality tab no longer pre-selects a pipeline on load — users now explicitly choose a pipeline before seeing its checks, avoiding confusion with stale/default results</a:t>
            </a:r>
          </a:p>
          <a:p>
            <a:pPr>
              <a:spcAft>
                <a:spcPts val="800"/>
              </a:spcAft>
              <a:defRPr sz="1800">
                <a:solidFill>
                  <a:srgbClr val="5A6470"/>
                </a:solidFill>
              </a:defRPr>
            </a:pPr>
            <a:r>
              <a:t>•  Next: continue hardening Data Quality onboarding flow and expand AI-assisted failure analysis coverage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